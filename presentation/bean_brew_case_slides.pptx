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Bean &amp; Brew Case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Customer Behavior &amp; Rebrand Impact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Did the November 2023 rebrand impact revenue?</a:t>
            </a:r>
          </a:p>
          <a:p>
            <a:r>
              <a:t>- Has reusable cup usage increased?</a:t>
            </a:r>
          </a:p>
          <a:p>
            <a:r>
              <a:t>- Do customers who buy reusable cups actually use them?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Revenue stable with a peak around rebrand month.</a:t>
            </a:r>
          </a:p>
          <a:p>
            <a:r>
              <a:t>• Clear seasonality and product-specific trends.</a:t>
            </a:r>
          </a:p>
          <a:p>
            <a:r>
              <a:t>• Drinks and merch revenue patterns visualized together.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Cup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Proportion of reusable cup usage measured monthly.</a:t>
            </a:r>
          </a:p>
          <a:p>
            <a:r>
              <a:t>• Highlighted November 2023 for comparison.</a:t>
            </a:r>
          </a:p>
          <a:p>
            <a:r>
              <a:t>• Two-proportion z-test found no statistically significant jump after rebrand.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Compared customers who purchased vs. not purchased reusable cups.</a:t>
            </a:r>
          </a:p>
          <a:p>
            <a:r>
              <a:t>• T-test indicates no significant difference in bring-your-own-cup rates.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Rebrand had limited measurable impact on reusable cup behavior.</a:t>
            </a:r>
          </a:p>
          <a:p>
            <a:r>
              <a:t>• Reusable cup buyers do not show strong evidence of increased later usage.</a:t>
            </a:r>
          </a:p>
          <a:p>
            <a:r>
              <a:t>• Further ML modeling or segmentation may provide deeper insights.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